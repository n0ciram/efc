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0ECC5-511A-6950-AE49-B599EB004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4C026B-6803-7889-22E0-609557729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19248C-7434-1EA1-4AC4-0D8BC4141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9772-C586-49E7-9F9E-D038E23400B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C3EA50-AC57-2589-6813-AAF1326CC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58208F-ACAA-C222-9ADD-250D29A8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9717F-96B3-4CD7-9E96-4C86B3200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8584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CA600-CBC7-299E-E28F-2AC619B48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703D18-E03C-6CCE-9A0D-4D473D63C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0124B3-AB0C-6FA4-773B-49F792282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9772-C586-49E7-9F9E-D038E23400B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0D5C5C-A590-004E-43EE-FDB2A7F1F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0A62C6-BCFC-BC3D-F408-FC25EBB5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9717F-96B3-4CD7-9E96-4C86B3200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9143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A4EE7B-92E7-E495-B7FA-28E9C6899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659237-35D7-BE5A-B398-67B0C21A9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377EE5-50DB-A50B-2479-A5D39FA83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9772-C586-49E7-9F9E-D038E23400B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96022C-CA68-6CA8-A0A1-9D7C93F30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AF2DBE-137A-AA39-7E13-3C36A99B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9717F-96B3-4CD7-9E96-4C86B3200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5807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8A2406-668F-A810-F382-8CD885A86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8B5F5E-ADBA-E5D0-E4BA-2AF4BE37B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3816A2-0FDC-A47E-C9FA-B69177A1D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9044C3-5ED4-E96D-BCE1-8D1522B50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9772-C586-49E7-9F9E-D038E23400B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0B53B8-59BB-B684-671E-A9022F327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C4F5EF-6C5F-98E5-3A26-97190C610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9717F-96B3-4CD7-9E96-4C86B3200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7894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04DF26-1BD3-9A07-388E-C51A896C8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5467E5-6E4D-3951-AC8B-5F954EB0E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411F9E-A48A-C091-7B98-A4BD8FA88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1FD7B41-2C9A-920E-2246-360FE1D2E8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7E4B6A-5059-44E6-3554-E1128EF00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E4C4DD4-C533-AC8A-6186-579E951F4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9772-C586-49E7-9F9E-D038E23400B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2E2B3F1-8C02-F74E-6BCF-FF7F7048F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FC6216-2348-36E9-1ED4-A14F05273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9717F-96B3-4CD7-9E96-4C86B3200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323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5B734E-9E53-C275-CB43-14F1A78B7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B112306-EF10-DE91-E1FE-A29A6F209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9772-C586-49E7-9F9E-D038E23400B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3125A25-04FD-86A4-A2D0-5303AB37E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E92251B-41C8-E4A8-A844-50E7F08E0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9717F-96B3-4CD7-9E96-4C86B3200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5803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747ABAA-07B1-59BB-837B-71614CBDC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9772-C586-49E7-9F9E-D038E23400B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9ED86E9-83A5-99A4-076D-94B506316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E26BFF-FD3B-BF8A-7C70-27E7232D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9717F-96B3-4CD7-9E96-4C86B3200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7010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F8DDA-B44D-6A14-F077-99AAFA12C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29A0B8-3AF6-C51B-0C86-B86D3F99F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FF814BF-22D6-26E2-04A1-5C6989F2C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D985C6-2589-4770-DC87-7BCB059EB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9772-C586-49E7-9F9E-D038E23400B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3703DE-B61F-6329-C92F-23214722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5AA2BF-13F6-0591-765B-B66C4F29E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9717F-96B3-4CD7-9E96-4C86B3200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40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CED85-E028-932E-4EAC-384CE11A0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8EE27F-110D-88C6-F932-D05385A20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ACA85A7-20CF-F694-D4CA-14855CDE7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6CCC86-CAAF-1B9B-A930-F38EE3665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9772-C586-49E7-9F9E-D038E23400B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048EF6-F58D-25FA-4246-2DA17BCC4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0F8F3E-B637-3D36-BFCC-9FD1E314D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9717F-96B3-4CD7-9E96-4C86B3200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4347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CF078D-29A1-52BA-BA95-0E3300FAB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FA3BB25-DA8A-B0E0-9FFB-F23F7BDF7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9312FA-47CD-5310-B254-E4991BE12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9772-C586-49E7-9F9E-D038E23400B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4A843C-3333-8393-9C56-0E369C223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DC7DD5-8A93-167D-55AC-8854BBF7C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9717F-96B3-4CD7-9E96-4C86B3200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6169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14A0E0-CF09-D17C-EED7-4BBB041E17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27B10F-4D15-4A11-C668-304D98B7B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4577B6-4FF9-8A62-A8B4-FB6453520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9772-C586-49E7-9F9E-D038E23400B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C0CD22-9412-5BCB-83A0-F269A1CD8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F1F381-A3A7-82C6-1AFC-1FCBB5D36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9717F-96B3-4CD7-9E96-4C86B3200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8752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18A08F1-0A9E-6FB3-6B69-1A85CAD0B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A6E8B3-B4C9-80FE-7A75-855B8B760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DE7F44-3B59-4B1E-267B-0A9F28B94B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C29772-C586-49E7-9F9E-D038E23400B6}" type="datetimeFigureOut">
              <a:rPr lang="es-ES" smtClean="0"/>
              <a:t>28/10/2026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DDA77C-A57B-20B3-31FF-B32267B27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78174C-E3D8-16DD-EAE7-940C3ABED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C9717F-96B3-4CD7-9E96-4C86B32009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3526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4B3DEE-CAAB-E81E-3124-62518F5138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Diapositiva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4D0EEF-0DE3-4C60-1F0C-90715B93D3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9000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DBE122-84D1-2805-A11C-26532B2C91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Diapositiva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580165-136C-566B-DED3-2719018318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15935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Panorámica</PresentationFormat>
  <Paragraphs>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Diapositiva 1</vt:lpstr>
      <vt:lpstr>Diapositiva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2026-10-28T07:53:44Z</dcterms:created>
  <dcterms:modified xsi:type="dcterms:W3CDTF">2026-10-28T07:53:44Z</dcterms:modified>
</cp:coreProperties>
</file>